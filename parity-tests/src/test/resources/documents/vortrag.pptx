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Migrationsfahrplan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Altsystem abschalten nach erfolgreicher Parallelphase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Risiken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Schnittstellenpartner liefern Testdaten verspätet</a:t>
            </a:r>
            <a:endParaRPr lang="en-US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